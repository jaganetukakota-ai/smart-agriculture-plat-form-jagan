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3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53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03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10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78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6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4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17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79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2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826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937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3756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064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84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50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4EAAA-BAC5-4BC0-982A-49AF3D4BB43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65D71B7-2D2C-48E8-95D5-575B36568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0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4E09-B0A6-DDB9-AB2A-AE9133D44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667" y="1171480"/>
            <a:ext cx="7766936" cy="1646302"/>
          </a:xfrm>
        </p:spPr>
        <p:txBody>
          <a:bodyPr/>
          <a:lstStyle/>
          <a:p>
            <a:pPr algn="l"/>
            <a:r>
              <a:rPr lang="en-US" b="1" dirty="0"/>
              <a:t>Smart Agricultural Platform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B6B25-3467-3404-C308-26370A6F3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4667" y="2817779"/>
            <a:ext cx="7766936" cy="10968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/>
              <a:t>Team Size: 11</a:t>
            </a:r>
          </a:p>
          <a:p>
            <a:pPr algn="l"/>
            <a:r>
              <a:rPr lang="en-US" b="1" dirty="0"/>
              <a:t>Team Members:</a:t>
            </a:r>
          </a:p>
          <a:p>
            <a:pPr algn="l"/>
            <a:r>
              <a:rPr lang="en-IN" b="1" dirty="0"/>
              <a:t>Roshan Jagan, Naveen, Vamsi, </a:t>
            </a:r>
            <a:r>
              <a:rPr lang="en-IN" b="1" dirty="0" err="1"/>
              <a:t>Reddepa</a:t>
            </a:r>
            <a:r>
              <a:rPr lang="en-IN" b="1" dirty="0"/>
              <a:t>, Naresh, Dileep Reddy, Sunil, </a:t>
            </a:r>
            <a:r>
              <a:rPr lang="en-IN" b="1" dirty="0" err="1"/>
              <a:t>Jaswanth</a:t>
            </a:r>
            <a:r>
              <a:rPr lang="en-IN" b="1" dirty="0"/>
              <a:t>, </a:t>
            </a:r>
            <a:r>
              <a:rPr lang="en-IN" b="1" dirty="0" err="1"/>
              <a:t>Tosif</a:t>
            </a:r>
            <a:r>
              <a:rPr lang="en-IN" b="1" dirty="0"/>
              <a:t>, Jagadeesh</a:t>
            </a:r>
          </a:p>
        </p:txBody>
      </p:sp>
    </p:spTree>
    <p:extLst>
      <p:ext uri="{BB962C8B-B14F-4D97-AF65-F5344CB8AC3E}">
        <p14:creationId xmlns:p14="http://schemas.microsoft.com/office/powerpoint/2010/main" val="309389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CAC7F-721C-092B-BEDE-8068ABA7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5" y="457199"/>
            <a:ext cx="8941532" cy="4157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1DD5DF-D675-8B6E-0299-8636272AEF08}"/>
              </a:ext>
            </a:extLst>
          </p:cNvPr>
          <p:cNvSpPr txBox="1"/>
          <p:nvPr/>
        </p:nvSpPr>
        <p:spPr>
          <a:xfrm>
            <a:off x="886692" y="4932218"/>
            <a:ext cx="730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SignUp</a:t>
            </a:r>
            <a:r>
              <a:rPr lang="en-US" dirty="0"/>
              <a:t> &amp; Login: Farmer, Market Head can create account using mail.</a:t>
            </a:r>
          </a:p>
        </p:txBody>
      </p:sp>
    </p:spTree>
    <p:extLst>
      <p:ext uri="{BB962C8B-B14F-4D97-AF65-F5344CB8AC3E}">
        <p14:creationId xmlns:p14="http://schemas.microsoft.com/office/powerpoint/2010/main" val="308054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D66699-4E12-498B-2960-A21DC7A6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93" y="416547"/>
            <a:ext cx="4801270" cy="5553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FC7A06-D574-331E-1F30-53E3D47E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738" y="416547"/>
            <a:ext cx="4620270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6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C924F-6CAF-9C41-765F-092CBA8A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5" y="637309"/>
            <a:ext cx="8411355" cy="45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7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580EC-9661-C623-8CB9-3E099CA3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32" y="886691"/>
            <a:ext cx="11177249" cy="419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4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C68958-326A-4D1B-45D5-99F6719D4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2" y="1333383"/>
            <a:ext cx="9823205" cy="419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C5B0C-8761-FF22-8DCD-9B15FBAB1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07" y="828396"/>
            <a:ext cx="9858069" cy="49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8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E6C29-FCAB-82C2-28C9-F740FC6E7EA8}"/>
              </a:ext>
            </a:extLst>
          </p:cNvPr>
          <p:cNvSpPr txBox="1"/>
          <p:nvPr/>
        </p:nvSpPr>
        <p:spPr>
          <a:xfrm>
            <a:off x="1274618" y="2618509"/>
            <a:ext cx="8955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Thank You &amp; Any Doubts???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5279550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51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Smart Agricultural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Varma</dc:creator>
  <cp:lastModifiedBy>Mahesh Varma</cp:lastModifiedBy>
  <cp:revision>12</cp:revision>
  <dcterms:created xsi:type="dcterms:W3CDTF">2025-11-02T06:03:00Z</dcterms:created>
  <dcterms:modified xsi:type="dcterms:W3CDTF">2025-11-02T06:17:31Z</dcterms:modified>
</cp:coreProperties>
</file>